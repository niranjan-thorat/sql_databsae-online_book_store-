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SQL Project Report</a:t>
            </a:r>
          </a:p>
          <a:p>
            <a:r>
              <a:t>Online Book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 Complete Analysis • Database Design • SQL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SQL project is based on an Online Book Store database.</a:t>
            </a:r>
          </a:p>
          <a:p>
            <a:r>
              <a:t>• It includes Books, Customers, and Orders tables.</a:t>
            </a:r>
          </a:p>
          <a:p>
            <a:r>
              <a:t>• Demonstrates SQL operations for real-world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SQL table creation &amp; relationships.</a:t>
            </a:r>
          </a:p>
          <a:p>
            <a:r>
              <a:t>• Understand filtering, sorting &amp; aggregation.</a:t>
            </a:r>
          </a:p>
          <a:p>
            <a:r>
              <a:t>• Real-world scenario implementation.</a:t>
            </a:r>
          </a:p>
          <a:p>
            <a:r>
              <a:t>• Useful for interviews and resume projects.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• Books – Book details</a:t>
            </a:r>
          </a:p>
          <a:p>
            <a:r>
              <a:t>• Customers – Customer info</a:t>
            </a:r>
          </a:p>
          <a:p>
            <a:r>
              <a:t>• Orders – Purchases &amp; payments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(Simple 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Retrieve books by genre</a:t>
            </a:r>
          </a:p>
          <a:p>
            <a:r>
              <a:t>• List customers by country</a:t>
            </a:r>
          </a:p>
          <a:p>
            <a:r>
              <a:t>• Revenue calculation</a:t>
            </a:r>
          </a:p>
          <a:p>
            <a:r>
              <a:t>• Most expensive book</a:t>
            </a:r>
          </a:p>
          <a:p>
            <a:r>
              <a:t>• Top-selling genre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Online Book Store SQL project is excellent for learning.</a:t>
            </a:r>
          </a:p>
          <a:p>
            <a:r>
              <a:t>• Covers CRUD, joins, aggregations, and analytics.</a:t>
            </a:r>
          </a:p>
          <a:p>
            <a:r>
              <a:t>• Perfect for interview portfolio &amp; resume projects.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